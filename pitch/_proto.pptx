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INNOVATION CHALLENGE 2026 · ROUND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spc="-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DISSENT</a:t>
            </a:r>
            <a:endParaRPr lang="en-US" sz="128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2011680" cy="100584"/>
          </a:xfrm>
          <a:prstGeom prst="rect">
            <a:avLst/>
          </a:prstGeom>
          <a:solidFill>
            <a:srgbClr val="E841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749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audit the paperwork,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the bridge.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NEXUS NETWORK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4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166 REAL FAILURES WE HAD NEVER SEEN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2801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0" b="1" spc="-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108</a:t>
            </a:r>
            <a:endParaRPr lang="en-US" sz="2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happened to bridges the official record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still called FINE.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was watching them. Nobody had a reason 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767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108 FAILURES, TWO WAYS OF CHOOSING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of these two rankings</a:t>
            </a:r>
            <a:endParaRPr lang="en-US" sz="4200" dirty="0"/>
          </a:p>
          <a:p>
            <a:pPr indent="0" marL="0">
              <a:lnSpc>
                <a:spcPts val="4704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 none of them.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67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BY WORST RATING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9AA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532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6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only point at bridges you already worry about.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4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DISSENT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8862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E841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3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5532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physical evidence, so a good-looking file does not hide anything.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DISSENT</dc:title>
  <dc:subject>PptxGenJS Presentation</dc:subject>
  <dc:creator>Team Nexus Network</dc:creator>
  <cp:lastModifiedBy>Team Nexus Network</cp:lastModifiedBy>
  <cp:revision>1</cp:revision>
  <dcterms:created xsi:type="dcterms:W3CDTF">2026-08-26T18:30:09Z</dcterms:created>
  <dcterms:modified xsi:type="dcterms:W3CDTF">2026-08-26T18:30:09Z</dcterms:modified>
</cp:coreProperties>
</file>